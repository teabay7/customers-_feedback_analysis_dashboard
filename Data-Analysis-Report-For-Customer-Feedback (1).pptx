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1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98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118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Analysis Report For Customer Feedback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78900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presentation covers an analysis of customer feedback collected from a hotel, focusing on guest experiences across key service areas. We aim to transform raw feedback into actionable insights to support decision-making and improve service quality. The report highlights trends, satisfaction levels, and recommendations for enhancing guest satisfaction and operational performance.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028373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7D677F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3803" y="6161008"/>
            <a:ext cx="142756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erif HK Medium" pitchFamily="34" charset="0"/>
                <a:ea typeface="Noto Serif HK Medium" pitchFamily="34" charset="-122"/>
                <a:cs typeface="Noto Serif HK Medium" pitchFamily="34" charset="-120"/>
              </a:rPr>
              <a:t>TU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6011466"/>
            <a:ext cx="263425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by Toyyib Uthman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250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740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142298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feedback from hotel guests covering check-in, room cleanliness, food quality, and staff attitude.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5740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10937319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142298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Convert raw feedback into structured insights to guide service improvements and decision-making.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1043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48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Scope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7872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Analysis spans multiple service dimensions to capture a comprehensive view of guest experiences.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160155-9510-4BDE-AE22-8003499248B2}"/>
              </a:ext>
            </a:extLst>
          </p:cNvPr>
          <p:cNvSpPr/>
          <p:nvPr/>
        </p:nvSpPr>
        <p:spPr>
          <a:xfrm>
            <a:off x="12790967" y="7697972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57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91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72696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Raw dataset was unstructured and lacked derived insights.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4069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Valuable feedback was difficult to aggregate and compare.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80870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Needed to prepare data for visualization and reporting.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2891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Goals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347269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Extract variables like stay duration and visit patterns.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27779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Quantify qualitative feedback into numerical scores.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4580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Enable dashboard-ready data for clear presentation.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52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Skills Applied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64218"/>
            <a:ext cx="4196358" cy="2749987"/>
          </a:xfrm>
          <a:prstGeom prst="roundRect">
            <a:avLst>
              <a:gd name="adj" fmla="val 1237"/>
            </a:avLst>
          </a:prstGeom>
          <a:solidFill>
            <a:srgbClr val="5F515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49103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Cleaning &amp; Preprocessing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3578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Removed irrelevant columns, handled missing data, and reformatted dates for consistency.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64218"/>
            <a:ext cx="4196358" cy="2749987"/>
          </a:xfrm>
          <a:prstGeom prst="roundRect">
            <a:avLst>
              <a:gd name="adj" fmla="val 1237"/>
            </a:avLst>
          </a:prstGeom>
          <a:solidFill>
            <a:srgbClr val="5F5153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491032"/>
            <a:ext cx="29379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98145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Created new variables like Year, Month, Stay Duration, and numerical ratings from qualitative inputs.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64218"/>
            <a:ext cx="4196358" cy="2749987"/>
          </a:xfrm>
          <a:prstGeom prst="roundRect">
            <a:avLst>
              <a:gd name="adj" fmla="val 1237"/>
            </a:avLst>
          </a:prstGeom>
          <a:solidFill>
            <a:srgbClr val="5F5153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49103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Transformation &amp; Pivoting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33578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Encoded text responses into scores and summarized feedback by categories and demographics.</a:t>
            </a:r>
            <a:endParaRPr lang="en-US" sz="17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B47367-5093-4301-8695-F4E2235EB955}"/>
              </a:ext>
            </a:extLst>
          </p:cNvPr>
          <p:cNvSpPr/>
          <p:nvPr/>
        </p:nvSpPr>
        <p:spPr>
          <a:xfrm>
            <a:off x="12790967" y="7697972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606266"/>
            <a:ext cx="6182916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FEEDBACK DASHBOARD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460540"/>
            <a:ext cx="13087112" cy="63624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2291E3-67A0-4618-8C12-4A699AE8BE2E}"/>
              </a:ext>
            </a:extLst>
          </p:cNvPr>
          <p:cNvSpPr/>
          <p:nvPr/>
        </p:nvSpPr>
        <p:spPr>
          <a:xfrm>
            <a:off x="12897293" y="7793665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3175"/>
            <a:ext cx="7240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Insights from the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Overall Satisfaction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500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average guest satisfaction score was 3.15 out of 5, indicating moderate satisfaction.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995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Long stays were most common, suggesting guests experienced many hotel services.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86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Service Ratings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4500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Staff attitude scored highest at 3.76.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922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Room services rated fairly at 3.29.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344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Restaurant experience was lowest at 2.43, needing improvement.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39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Facilities scored moderately at 3.10.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7065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Satisfaction slightly declined from 2019 to 2022, warranting review.</a:t>
            </a:r>
            <a:endParaRPr lang="en-US" sz="17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EA08F7-BB84-4870-A64D-30B937E224C3}"/>
              </a:ext>
            </a:extLst>
          </p:cNvPr>
          <p:cNvSpPr/>
          <p:nvPr/>
        </p:nvSpPr>
        <p:spPr>
          <a:xfrm>
            <a:off x="12790967" y="7793665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Recommendations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387191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Enhance Restaurant Offerings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Revise menu, improve food quality, and train dining staff to boost ratings.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851071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Regular Staff Training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Maintain and improve high staff performance through ongoing training and incentives.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60782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Follow-up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Implement post-stay feedback loops to address dissatisfaction promptly.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69890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Facility Maintenance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Invest in upkeep and upgrades to sustain guest satisfaction with amenities.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Monitor Trends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Use dashboards for periodic reviews to track satisfaction and respond proactively.</a:t>
            </a:r>
            <a:endParaRPr lang="en-US" sz="15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4C68FD-B6BE-4596-8D37-6884D432F1C7}"/>
              </a:ext>
            </a:extLst>
          </p:cNvPr>
          <p:cNvSpPr/>
          <p:nvPr/>
        </p:nvSpPr>
        <p:spPr>
          <a:xfrm>
            <a:off x="12790967" y="7793665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57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4714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2474714"/>
            <a:ext cx="30159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965133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Cleaning and feature engineering enabled deeper insight into guest feedback.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917752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3917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40817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Moderate overall satisfaction with food quality as a key improvement area.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360789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5360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Future Actions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851208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Implement recommendations to enhance guest experience and strengthen hotel reputation.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D8EF29-0BFB-4523-AEF3-1E5B8203A43A}"/>
              </a:ext>
            </a:extLst>
          </p:cNvPr>
          <p:cNvSpPr/>
          <p:nvPr/>
        </p:nvSpPr>
        <p:spPr>
          <a:xfrm>
            <a:off x="12790967" y="7793665"/>
            <a:ext cx="1733107" cy="43593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430</Words>
  <Application>Microsoft Office PowerPoint</Application>
  <PresentationFormat>Custom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Noto Serif HK</vt:lpstr>
      <vt:lpstr>Noto Serif HK Bold</vt:lpstr>
      <vt:lpstr>Noto Serif HK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Ashraf Uthman</cp:lastModifiedBy>
  <cp:revision>2</cp:revision>
  <dcterms:created xsi:type="dcterms:W3CDTF">2025-05-14T23:00:46Z</dcterms:created>
  <dcterms:modified xsi:type="dcterms:W3CDTF">2025-05-14T23:08:10Z</dcterms:modified>
</cp:coreProperties>
</file>